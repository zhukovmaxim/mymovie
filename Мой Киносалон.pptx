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4F703-41E0-EDEF-3509-67E1113E0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81AAD2-4684-06DC-3698-D98F51217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9C1C8-64BE-85B3-8362-08FD2C46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FF810D-F906-32B1-B9A1-09673029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32BA31-E6FB-F0BA-06BD-FE22E91A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01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DB5A9-CA88-5ED8-059C-D112379A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7E9782-82AB-68CC-9205-D03DBA2A2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0DAAD6-7511-9722-3A06-474BF3D1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B70B57-4FF2-20F6-5425-3374E1DD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71AF96-0D7A-9FB0-75FF-326B6D39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1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CDB5C-41AA-2755-6592-4F2E1283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B98423-B339-61EB-68A1-9B1ED809D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3D71D-4D47-2B22-CAA2-9B72C071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9AFB6E-8526-51B7-6125-62FD2445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3F6C60-FF4C-6ED4-4B91-5D994754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81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BFCB2-A5D0-C14E-9628-61428D53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D3CB3-E086-E795-27E9-9E72C0708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DD006A-C41C-F899-6C53-3A5D606FD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D37C46-921B-3161-E25E-B553C62A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B7FFE9-46E3-CFFB-9483-F602D8F2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9CF213-AA2C-CA1E-E858-0FF28A53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04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8C7F8-CB3E-4F74-0205-6E58A515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344748-3DAC-66BD-FAE1-F6F7881C2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2CCC26-1F46-367E-06AD-751FF9504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7E1179-1727-AF54-3268-7643D3A8A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3E3E0FE-8F48-7826-24D7-135DC6598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32171B-E7CC-0D7B-00DF-C07C319F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2BA89F-A670-4F8E-1936-A18C45D5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9CD079-A23C-CD89-B8B5-7B884BD4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2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1E2F2-F399-6C0D-221C-DF972EEC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F873737-93D2-3C13-795E-2D0486FE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113353-6484-2888-5E54-4434679B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121CB4-DA31-0535-D08B-2DD59D47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F2D32BA-2596-737C-C703-B07ABDF3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B1509B-51B6-386F-799B-41282E1F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13AB62-E971-10B4-EE40-CF68B4C2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17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38771-6329-9363-ADA5-212347B7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EBF11A-47DF-21CE-930A-8809D2557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23E380-ABF3-7086-8EE0-9FFBA4A80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1ECD2B-C9BC-E693-1FB0-4528D0D0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DBE59A-4D29-9F65-0028-1F4610710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645591-2E67-CD26-EF0D-A0C8A8CF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67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919FD-5C7A-77DE-FC09-26EC109F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032ABB-E841-762E-C069-934993CA4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E3998F-F5D1-323F-E91C-76E2A8C8C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5FF5A7-77CD-2274-608E-F1D2A4A0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EF0C15-E254-D70B-597F-FDD941B0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B4B2E2-3495-7209-AF5B-40002623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28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71CCA-6DE4-F9BF-ED2A-4A1189D1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752775-7990-ED02-CAB0-58AE7F41A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8182D-F48C-A3E6-8B6C-1FB86385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2B57E-69BC-975D-5F46-05A0AF1C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45089C-101B-D84E-681B-5FD1CFB7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4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D2F91F-BD8C-C126-9A5B-2893A5FC8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B6ED99-203E-5A30-281D-D626975A1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E93B37-22F1-AAB0-CDCB-EA2AEA9A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8E75F4-B65D-C4BD-023F-21221362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828357-214E-C51B-57AB-8E27BF20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934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D53529-1771-8E8B-FFC3-25D27302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4090E2-AF75-1E1D-AF70-5DF89B218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1D71BD-1B2D-D4DC-5E91-B7A3D29DD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DAC55-B9FF-45C3-837A-F8B276086C8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581027-B5EA-ED44-3392-7D1BC3F83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2DF5EC-C897-5483-1B6C-FAF9CB48C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E6AA3-17EE-4162-9D4D-39BCA5709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39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EB611-E880-1FCB-A88E-3663A0930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975" y="2895179"/>
            <a:ext cx="9144000" cy="2387600"/>
          </a:xfrm>
        </p:spPr>
        <p:txBody>
          <a:bodyPr>
            <a:noAutofit/>
          </a:bodyPr>
          <a:lstStyle/>
          <a:p>
            <a:r>
              <a:rPr lang="ru-RU" sz="4800" b="1" dirty="0"/>
              <a:t>Мой </a:t>
            </a:r>
            <a:r>
              <a:rPr lang="ru-RU" sz="4800" b="1" dirty="0" err="1"/>
              <a:t>Киносалон</a:t>
            </a:r>
            <a:r>
              <a:rPr lang="ru-RU" sz="4800" b="1" dirty="0"/>
              <a:t>: Персональный дневник фильмов</a:t>
            </a:r>
            <a:br>
              <a:rPr lang="ru-RU" sz="2400" dirty="0"/>
            </a:br>
            <a:br>
              <a:rPr lang="ru-RU" sz="2400" dirty="0"/>
            </a:br>
            <a:r>
              <a:rPr lang="ru-RU" sz="3200" dirty="0"/>
              <a:t>Интеллектуальный помощник для систематизации и анализа ваших </a:t>
            </a:r>
            <a:r>
              <a:rPr lang="ru-RU" sz="3200" dirty="0" err="1"/>
              <a:t>кинопредпочтений</a:t>
            </a:r>
            <a:br>
              <a:rPr lang="ru-RU" sz="3200" dirty="0"/>
            </a:br>
            <a:br>
              <a:rPr lang="ru-RU" sz="3200" dirty="0"/>
            </a:br>
            <a:r>
              <a:rPr lang="ru-RU" sz="3200" dirty="0" err="1"/>
              <a:t>Android</a:t>
            </a:r>
            <a:r>
              <a:rPr lang="ru-RU" sz="3200" dirty="0"/>
              <a:t>-приложение с расширенной статистикой и умной фильтрацией на основе вашей коллекции</a:t>
            </a:r>
          </a:p>
        </p:txBody>
      </p:sp>
    </p:spTree>
    <p:extLst>
      <p:ext uri="{BB962C8B-B14F-4D97-AF65-F5344CB8AC3E}">
        <p14:creationId xmlns:p14="http://schemas.microsoft.com/office/powerpoint/2010/main" val="425025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B6EC0-2F26-2CDD-488F-0B1799D7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-270994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Идея проекта &amp; Ключевые преимущества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411192-7B5D-32FB-D2D6-A94CA95DE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09" y="709336"/>
            <a:ext cx="10515600" cy="4351338"/>
          </a:xfrm>
        </p:spPr>
        <p:txBody>
          <a:bodyPr>
            <a:noAutofit/>
          </a:bodyPr>
          <a:lstStyle/>
          <a:p>
            <a:r>
              <a:rPr lang="ru-RU" sz="1800" dirty="0"/>
              <a:t>ПРОБЛЕМА:</a:t>
            </a:r>
            <a:br>
              <a:rPr lang="ru-RU" sz="1800" dirty="0"/>
            </a:br>
            <a:r>
              <a:rPr lang="ru-RU" sz="1800" dirty="0"/>
              <a:t>Сложность самостоятельно систематизировать просмотренные фильмы, анализировать свои предпочтения и находить интересные киноленты для будущего просмотра.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РЕШЕНИЕ "МОЙ КИНОСАЛОН":</a:t>
            </a:r>
            <a:br>
              <a:rPr lang="ru-RU" sz="1800" dirty="0"/>
            </a:br>
            <a:r>
              <a:rPr lang="ru-RU" sz="1800" dirty="0"/>
              <a:t>Умный оффлайн-трекер, который помогает вести учет фильмов, анализирует ваши предпочтения и предоставляет детальную статистику.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ЧТО ВЫДЕЛЯЕТ ПРИЛОЖЕНИЕ: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✓ Персонализация под пользователя: Каждый пользователь ведет свою коллекцию с авторизацией и гостевой режим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✓ Полная автономность: Работает без интернета. Все данные защищенно хранятся на устройстве в </a:t>
            </a:r>
            <a:r>
              <a:rPr lang="ru-RU" sz="1800" dirty="0" err="1"/>
              <a:t>Room</a:t>
            </a:r>
            <a:r>
              <a:rPr lang="ru-RU" sz="1800" dirty="0"/>
              <a:t> Database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✓ Умная фильтрация: Множественные фильтры по статусу, году, оценке с возможностью комбинирования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✓ Мультимедиа: Загрузка постеров из галереи или съемка с камеры для визуального оформления коллекции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✓ Напоминания: Локальные уведомления о фильмах из списка "Хочу посмотреть" и ежедневные напоминания</a:t>
            </a:r>
            <a:br>
              <a:rPr lang="ru-RU" sz="1800" dirty="0"/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211358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88FD3-CDF1-57A1-5FAD-A2177E1C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19" y="-920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Демонстрация: Как это работает?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2E5380-3503-1442-A924-3DE62D0D8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84" y="654682"/>
            <a:ext cx="10515600" cy="4351338"/>
          </a:xfrm>
        </p:spPr>
        <p:txBody>
          <a:bodyPr>
            <a:noAutofit/>
          </a:bodyPr>
          <a:lstStyle/>
          <a:p>
            <a:r>
              <a:rPr lang="ru-RU" sz="1800" dirty="0"/>
              <a:t>ПУТЬ ПОЛЬЗОВАТЕЛЯ ЗА 60 СЕКУНД: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Регистрация/Вход: Создает аккаунт или входит в систему. Доступен гостевой режим для быстрого старта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Добавляет фильмы: Вводит название, год, режиссера, актеров, описание и загружает постер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Оценивает и классифицирует: Ставит оценку (1-5 звезд) и выбирает статус (Просмотрено / Хочу посмотреть / В процессе)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Ищет и фильтрует: Использует поиск по названию/режиссеру/актерам и применяет фильтры по статусу, году, оценке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Сортирует коллекцию: Выбирает сортировку по дате, оценке, году или алфавиту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Анализирует статистику: Просматривает общую статистику (всего фильмов, просмотрено, средняя оценка) и расширенную (любимый режиссер, самый просматриваемый год, год с лучшими оценками)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Экспортирует данные: Выгружает коллекцию в JSON или CSV для резервного копирования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Получает напоминания: Настраивает напоминания о фильмах и ежедневные уведомления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ИТОГ: Персональный кино-дневник в вашем кармане, который помогает систематизировать и анализировать ваши </a:t>
            </a:r>
            <a:r>
              <a:rPr lang="ru-RU" sz="1800" dirty="0" err="1"/>
              <a:t>кинопредпочтения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0763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E05F2-52DA-958C-E607-D11EE501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9852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Архитектура и Технологический стек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FA9945-9B16-9B62-AC8F-446FC0F0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968" y="1253331"/>
            <a:ext cx="5469294" cy="4351338"/>
          </a:xfrm>
        </p:spPr>
        <p:txBody>
          <a:bodyPr>
            <a:noAutofit/>
          </a:bodyPr>
          <a:lstStyle/>
          <a:p>
            <a:r>
              <a:rPr lang="ru-RU" sz="1800" dirty="0"/>
              <a:t>СОВРЕМЕННЫЙ СТЕК ТЕХНОЛОГИЙ: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Язык: </a:t>
            </a:r>
            <a:r>
              <a:rPr lang="en-US" sz="1800" dirty="0"/>
              <a:t>Kotlin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UI: Material Design 3, </a:t>
            </a:r>
            <a:r>
              <a:rPr lang="en-US" sz="1800" dirty="0" err="1"/>
              <a:t>ViewBinding</a:t>
            </a:r>
            <a:r>
              <a:rPr lang="en-US" sz="1800" dirty="0"/>
              <a:t>, Navigation Component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</a:t>
            </a:r>
            <a:r>
              <a:rPr lang="ru-RU" sz="1800" dirty="0"/>
              <a:t>Локальная БД: </a:t>
            </a:r>
            <a:r>
              <a:rPr lang="en-US" sz="1800" dirty="0"/>
              <a:t>Room Persistence Library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</a:t>
            </a:r>
            <a:r>
              <a:rPr lang="ru-RU" sz="1800" dirty="0"/>
              <a:t>Асинхронность: </a:t>
            </a:r>
            <a:r>
              <a:rPr lang="en-US" sz="1800" dirty="0"/>
              <a:t>Kotlin Coroutines &amp; Flow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</a:t>
            </a:r>
            <a:r>
              <a:rPr lang="ru-RU" sz="1800" dirty="0"/>
              <a:t>Архитектура: </a:t>
            </a:r>
            <a:r>
              <a:rPr lang="en-US" sz="1800" dirty="0"/>
              <a:t>MVVM (Model-View-</a:t>
            </a:r>
            <a:r>
              <a:rPr lang="en-US" sz="1800" dirty="0" err="1"/>
              <a:t>ViewModel</a:t>
            </a:r>
            <a:r>
              <a:rPr lang="en-US" sz="1800" dirty="0"/>
              <a:t>)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• </a:t>
            </a:r>
            <a:r>
              <a:rPr lang="ru-RU" sz="1800" dirty="0"/>
              <a:t>Фоновые задачи: </a:t>
            </a:r>
            <a:r>
              <a:rPr lang="en-US" sz="1800" dirty="0" err="1"/>
              <a:t>AlarmManager</a:t>
            </a:r>
            <a:r>
              <a:rPr lang="en-US" sz="1800" dirty="0"/>
              <a:t> (</a:t>
            </a:r>
            <a:r>
              <a:rPr lang="ru-RU" sz="1800" dirty="0"/>
              <a:t>для локальных напоминаний)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Мультимедиа: </a:t>
            </a:r>
            <a:r>
              <a:rPr lang="en-US" sz="1800" dirty="0"/>
              <a:t>Glide (</a:t>
            </a:r>
            <a:r>
              <a:rPr lang="ru-RU" sz="1800" dirty="0"/>
              <a:t>загрузка изображений), </a:t>
            </a:r>
            <a:r>
              <a:rPr lang="en-US" sz="1800" dirty="0" err="1"/>
              <a:t>FileProvider</a:t>
            </a:r>
            <a:r>
              <a:rPr lang="en-US" sz="1800" dirty="0"/>
              <a:t> (</a:t>
            </a:r>
            <a:r>
              <a:rPr lang="ru-RU" sz="1800" dirty="0"/>
              <a:t>безопасный доступ к файлам)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Экспорт данных: </a:t>
            </a:r>
            <a:r>
              <a:rPr lang="en-US" sz="1800" dirty="0" err="1"/>
              <a:t>Gson</a:t>
            </a:r>
            <a:r>
              <a:rPr lang="en-US" sz="1800" dirty="0"/>
              <a:t> (JSON), CSV </a:t>
            </a:r>
            <a:r>
              <a:rPr lang="ru-RU" sz="1800" dirty="0"/>
              <a:t>форматирование</a:t>
            </a:r>
            <a:br>
              <a:rPr lang="ru-RU" sz="1800" dirty="0"/>
            </a:br>
            <a:br>
              <a:rPr lang="ru-RU" sz="1800" dirty="0"/>
            </a:br>
            <a:endParaRPr lang="ru-RU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32712-96D8-B3B0-3AE2-B5D6AF1F672F}"/>
              </a:ext>
            </a:extLst>
          </p:cNvPr>
          <p:cNvSpPr txBox="1"/>
          <p:nvPr/>
        </p:nvSpPr>
        <p:spPr>
          <a:xfrm>
            <a:off x="6389137" y="1065837"/>
            <a:ext cx="609755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ТРЕХСЛОЙНАЯ АРХИТЕКТУРА:</a:t>
            </a:r>
            <a:br>
              <a:rPr lang="ru-RU" dirty="0"/>
            </a:br>
            <a:br>
              <a:rPr lang="ru-RU" dirty="0"/>
            </a:br>
            <a:r>
              <a:rPr lang="en-US" dirty="0"/>
              <a:t>Presentation Layer (UI)</a:t>
            </a:r>
            <a:br>
              <a:rPr lang="en-US" dirty="0"/>
            </a:br>
            <a:r>
              <a:rPr lang="en-US" dirty="0"/>
              <a:t>- Fragments (</a:t>
            </a:r>
            <a:r>
              <a:rPr lang="en-US" dirty="0" err="1"/>
              <a:t>MovieListFragment</a:t>
            </a:r>
            <a:r>
              <a:rPr lang="en-US" dirty="0"/>
              <a:t>, </a:t>
            </a:r>
            <a:r>
              <a:rPr lang="en-US" dirty="0" err="1"/>
              <a:t>StatisticsFragment</a:t>
            </a:r>
            <a:r>
              <a:rPr lang="en-US" dirty="0"/>
              <a:t>, </a:t>
            </a:r>
            <a:r>
              <a:rPr lang="en-US" dirty="0" err="1"/>
              <a:t>SettingsFragment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Activities (</a:t>
            </a:r>
            <a:r>
              <a:rPr lang="en-US" dirty="0" err="1"/>
              <a:t>LoginActivity</a:t>
            </a:r>
            <a:r>
              <a:rPr lang="en-US" dirty="0"/>
              <a:t>, </a:t>
            </a:r>
            <a:r>
              <a:rPr lang="en-US" dirty="0" err="1"/>
              <a:t>RegisterActivity</a:t>
            </a:r>
            <a:r>
              <a:rPr lang="en-US" dirty="0"/>
              <a:t>, </a:t>
            </a:r>
            <a:r>
              <a:rPr lang="en-US" dirty="0" err="1"/>
              <a:t>AddEditMovieActivity</a:t>
            </a:r>
            <a:r>
              <a:rPr lang="en-US" dirty="0"/>
              <a:t>, </a:t>
            </a:r>
            <a:r>
              <a:rPr lang="en-US" dirty="0" err="1"/>
              <a:t>MovieDetailActivity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ViewModel</a:t>
            </a:r>
            <a:r>
              <a:rPr lang="en-US" dirty="0"/>
              <a:t> (</a:t>
            </a:r>
            <a:r>
              <a:rPr lang="en-US" dirty="0" err="1"/>
              <a:t>MovieViewModel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ViewBinding</a:t>
            </a:r>
            <a:r>
              <a:rPr lang="en-US" dirty="0"/>
              <a:t> </a:t>
            </a:r>
            <a:r>
              <a:rPr lang="ru-RU" dirty="0"/>
              <a:t>для привязки представлений</a:t>
            </a:r>
            <a:br>
              <a:rPr lang="ru-RU" dirty="0"/>
            </a:br>
            <a:br>
              <a:rPr lang="ru-RU" dirty="0"/>
            </a:br>
            <a:r>
              <a:rPr lang="en-US" dirty="0"/>
              <a:t>Domain Layer (</a:t>
            </a:r>
            <a:r>
              <a:rPr lang="ru-RU" dirty="0"/>
              <a:t>Логика)</a:t>
            </a:r>
            <a:br>
              <a:rPr lang="ru-RU" dirty="0"/>
            </a:br>
            <a:r>
              <a:rPr lang="ru-RU" dirty="0"/>
              <a:t>- </a:t>
            </a:r>
            <a:r>
              <a:rPr lang="en-US" dirty="0"/>
              <a:t>Repository (</a:t>
            </a:r>
            <a:r>
              <a:rPr lang="en-US" dirty="0" err="1"/>
              <a:t>MovieRepository</a:t>
            </a:r>
            <a:r>
              <a:rPr lang="en-US" dirty="0"/>
              <a:t>, </a:t>
            </a:r>
            <a:r>
              <a:rPr lang="en-US" dirty="0" err="1"/>
              <a:t>MovieListRepository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Use Cases (</a:t>
            </a:r>
            <a:r>
              <a:rPr lang="ru-RU" dirty="0"/>
              <a:t>фильтрация, сортировка, поиск)</a:t>
            </a:r>
            <a:br>
              <a:rPr lang="ru-RU" dirty="0"/>
            </a:br>
            <a:r>
              <a:rPr lang="ru-RU" dirty="0"/>
              <a:t>- Бизнес-логика обработки данных</a:t>
            </a:r>
            <a:br>
              <a:rPr lang="ru-RU" dirty="0"/>
            </a:br>
            <a:br>
              <a:rPr lang="ru-RU" dirty="0"/>
            </a:br>
            <a:r>
              <a:rPr lang="en-US" dirty="0"/>
              <a:t>Data Layer (</a:t>
            </a:r>
            <a:r>
              <a:rPr lang="ru-RU" dirty="0"/>
              <a:t>Данные)</a:t>
            </a:r>
            <a:br>
              <a:rPr lang="ru-RU" dirty="0"/>
            </a:br>
            <a:r>
              <a:rPr lang="ru-RU" dirty="0"/>
              <a:t>- </a:t>
            </a:r>
            <a:r>
              <a:rPr lang="en-US" dirty="0"/>
              <a:t>Room Database (</a:t>
            </a:r>
            <a:r>
              <a:rPr lang="en-US" dirty="0" err="1"/>
              <a:t>MovieDatabase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DAO (</a:t>
            </a:r>
            <a:r>
              <a:rPr lang="en-US" dirty="0" err="1"/>
              <a:t>MovieDao</a:t>
            </a:r>
            <a:r>
              <a:rPr lang="en-US" dirty="0"/>
              <a:t>, </a:t>
            </a:r>
            <a:r>
              <a:rPr lang="en-US" dirty="0" err="1"/>
              <a:t>UserDao</a:t>
            </a:r>
            <a:r>
              <a:rPr lang="en-US" dirty="0"/>
              <a:t>, </a:t>
            </a:r>
            <a:r>
              <a:rPr lang="en-US" dirty="0" err="1"/>
              <a:t>MovieListDao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Entities (Movie, User, </a:t>
            </a:r>
            <a:r>
              <a:rPr lang="en-US" dirty="0" err="1"/>
              <a:t>MovieList</a:t>
            </a:r>
            <a:r>
              <a:rPr lang="en-US" dirty="0"/>
              <a:t>, </a:t>
            </a:r>
            <a:r>
              <a:rPr lang="en-US" dirty="0" err="1"/>
              <a:t>MovieListItem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TypeConverters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enum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56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445A9-2B89-E147-5C75-41923176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4" y="85207"/>
            <a:ext cx="10515600" cy="1325563"/>
          </a:xfrm>
        </p:spPr>
        <p:txBody>
          <a:bodyPr/>
          <a:lstStyle/>
          <a:p>
            <a:r>
              <a:rPr lang="ru-RU" b="1" dirty="0"/>
              <a:t>Что было реализовано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5D60EA-8C80-1865-F2D1-1E8BBECED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564" y="102790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• 12+ экранов: От авторизации до детальной статистики и настроек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Полный цикл работы с фильмами: Добавление → Просмотр → Редактирование → Удаление → Анализ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Система авторизации: Регистрация, вход, гостевой режим, восстановление пароля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Умная фильтрация и сортировка: Множественные фильтры с комбинированием, 8 типов сортировки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Расширенная статистика: Базовая статистика (количество, просмотрено, средняя оценка) и расширенная (любимый режиссер, самый просматриваемый год, год с лучшими оценками)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Мультимедиа: Загрузка постеров из галереи, съемка с камеры, отображение в списке и деталях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Система напоминаний: Локальные уведомления для отдельных фильмов и ежедневные напоминания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Экспорт данных: Выгрузка коллекции в JSON и CSV форматы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Темная тема: Поддержка светлой, темной и системной темы с автоматическим применением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• Пользовательские списки: Создание и управление кастомными списками фильмов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ГЛАВНОЕ ТЕХНИЧЕСКОЕ ДОСТИЖЕНИЕ:</a:t>
            </a:r>
            <a:br>
              <a:rPr lang="ru-RU" sz="1600" dirty="0"/>
            </a:br>
            <a:r>
              <a:rPr lang="ru-RU" sz="1600" dirty="0"/>
              <a:t>Гармоничное сочетание красивого, отзывчивого интерфейса (</a:t>
            </a:r>
            <a:r>
              <a:rPr lang="ru-RU" sz="1600" dirty="0" err="1"/>
              <a:t>Material</a:t>
            </a:r>
            <a:r>
              <a:rPr lang="ru-RU" sz="1600" dirty="0"/>
              <a:t> Design 3) с сложной бизнес-логикой (умная фильтрация и статистика) и надежным локальным хранением (</a:t>
            </a:r>
            <a:r>
              <a:rPr lang="ru-RU" sz="1600" dirty="0" err="1"/>
              <a:t>Room</a:t>
            </a:r>
            <a:r>
              <a:rPr lang="ru-RU" sz="1600" dirty="0"/>
              <a:t> Database) с поддержкой многопользовательского режима.</a:t>
            </a:r>
          </a:p>
        </p:txBody>
      </p:sp>
    </p:spTree>
    <p:extLst>
      <p:ext uri="{BB962C8B-B14F-4D97-AF65-F5344CB8AC3E}">
        <p14:creationId xmlns:p14="http://schemas.microsoft.com/office/powerpoint/2010/main" val="3181656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31EBA-333C-A2D5-86A6-4305187B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53" y="225165"/>
            <a:ext cx="10515600" cy="1325563"/>
          </a:xfrm>
        </p:spPr>
        <p:txBody>
          <a:bodyPr/>
          <a:lstStyle/>
          <a:p>
            <a:r>
              <a:rPr lang="ru-RU" b="1" dirty="0"/>
              <a:t>Заключение и дальнейшее развитие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C2911A-D71E-2E17-2998-2F982FB2C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058"/>
            <a:ext cx="10515600" cy="4351338"/>
          </a:xfrm>
        </p:spPr>
        <p:txBody>
          <a:bodyPr>
            <a:noAutofit/>
          </a:bodyPr>
          <a:lstStyle/>
          <a:p>
            <a:r>
              <a:rPr lang="ru-RU" sz="2000" dirty="0"/>
              <a:t>"МОЙ КИНОСАЛОН" — ЭТО ГОТОВОЕ, РАБОЧЕЕ РЕШЕНИЕ ДЛЯ СИСТЕМАТИЗАЦИИ КИНОПРОСМОТРА.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ИТОГ: Мы создали не просто трекер фильмов, а полноценную систему управления коллекцией, которая делает процесс ведения </a:t>
            </a:r>
            <a:r>
              <a:rPr lang="ru-RU" sz="2000" dirty="0" err="1"/>
              <a:t>кинодневника</a:t>
            </a:r>
            <a:r>
              <a:rPr lang="ru-RU" sz="2000" dirty="0"/>
              <a:t> доступным, структурированным и </a:t>
            </a:r>
            <a:r>
              <a:rPr lang="ru-RU" sz="2000"/>
              <a:t>аналитическим.</a:t>
            </a:r>
            <a:endParaRPr lang="en-US" sz="2000" dirty="0"/>
          </a:p>
          <a:p>
            <a:r>
              <a:rPr lang="ru-RU" sz="1800" dirty="0"/>
              <a:t>ВЗГЛЯД В БУДУЩЕЕ: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Интеграция с </a:t>
            </a:r>
            <a:r>
              <a:rPr lang="ru-RU" sz="1800" dirty="0" err="1"/>
              <a:t>кинобазами</a:t>
            </a:r>
            <a:r>
              <a:rPr lang="ru-RU" sz="1800" dirty="0"/>
              <a:t>: Подключение к TMDB API для автоматического заполнения данных о фильмах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Рекомендательная система: AI-алгоритм для предложения фильмов на основе ваших предпочтений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Социальные функции: Обмен списками с друзьями, рейтинги, обсуждения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</a:t>
            </a:r>
            <a:r>
              <a:rPr lang="ru-RU" sz="1800" dirty="0" err="1"/>
              <a:t>Cloud</a:t>
            </a:r>
            <a:r>
              <a:rPr lang="ru-RU" sz="1800" dirty="0"/>
              <a:t>-синхронизация: Синхронизация коллекции между устройствами через </a:t>
            </a:r>
            <a:r>
              <a:rPr lang="ru-RU" sz="1800" dirty="0" err="1"/>
              <a:t>Firebase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Расширенная аналитика: Графики прогресса, временные тренды, детальные отчеты</a:t>
            </a:r>
            <a:br>
              <a:rPr lang="ru-RU" sz="1800" dirty="0"/>
            </a:br>
            <a:br>
              <a:rPr lang="ru-RU" sz="1800" dirty="0"/>
            </a:br>
            <a:r>
              <a:rPr lang="ru-RU" sz="1800" dirty="0"/>
              <a:t>• Экспорт в другие форматы: Поддержка XML, PDF отчетов</a:t>
            </a:r>
          </a:p>
        </p:txBody>
      </p:sp>
    </p:spTree>
    <p:extLst>
      <p:ext uri="{BB962C8B-B14F-4D97-AF65-F5344CB8AC3E}">
        <p14:creationId xmlns:p14="http://schemas.microsoft.com/office/powerpoint/2010/main" val="27782783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PresentationFormat>Широкоэкранный</PresentationFormat>
  <Paragraphs>13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Мой Киносалон: Персональный дневник фильмов  Интеллектуальный помощник для систематизации и анализа ваших кинопредпочтений  Android-приложение с расширенной статистикой и умной фильтрацией на основе вашей коллекции</vt:lpstr>
      <vt:lpstr>Идея проекта &amp; Ключевые преимущества</vt:lpstr>
      <vt:lpstr>Демонстрация: Как это работает? </vt:lpstr>
      <vt:lpstr>Архитектура и Технологический стек </vt:lpstr>
      <vt:lpstr>Что было реализовано </vt:lpstr>
      <vt:lpstr>Заключение и дальнейшее развитие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Миша Летунов</dc:creator>
  <cp:lastModifiedBy>Миша Летунов</cp:lastModifiedBy>
  <cp:revision>1</cp:revision>
  <dcterms:created xsi:type="dcterms:W3CDTF">2026-02-16T10:46:01Z</dcterms:created>
  <dcterms:modified xsi:type="dcterms:W3CDTF">2026-02-16T10:46:10Z</dcterms:modified>
</cp:coreProperties>
</file>